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ФАБРИКА ГИПОТЕЗ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239572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генерация и приоритизация исследовательских гипотез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НИИ и промышленных лабораторий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3429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 ·  Граф знаний  ·  Строгая привязка к источникам  ·  Локальное развёртывание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 ·  Хакатон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гипотезы рождаются вручную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старте исследовательских проектов нет системного механизма генерации и приоритизации гипотез — старт затягивается, а решения повторяют уже известное.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977640" y="896112"/>
            <a:ext cx="4663440" cy="676656"/>
          </a:xfrm>
          <a:prstGeom prst="roundRect">
            <a:avLst>
              <a:gd name="adj" fmla="val 810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60520" y="1078992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60520" y="10652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17720" y="95097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Субъективность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держатся на памяти отдельных экспертов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77640" y="1682496"/>
            <a:ext cx="4663440" cy="676656"/>
          </a:xfrm>
          <a:prstGeom prst="roundRect">
            <a:avLst>
              <a:gd name="adj" fmla="val 810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865376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8516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с бизнес-эффектом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не связаны с целевыми KPI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77640" y="2468880"/>
            <a:ext cx="4663440" cy="676656"/>
          </a:xfrm>
          <a:prstGeom prst="roundRect">
            <a:avLst>
              <a:gd name="adj" fmla="val 810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2651760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638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25237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Мёртвые архивы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эксперименты не работают на новые идеи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77640" y="3255264"/>
            <a:ext cx="4663440" cy="676656"/>
          </a:xfrm>
          <a:prstGeom prst="roundRect">
            <a:avLst>
              <a:gd name="adj" fmla="val 810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3438144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4244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7720" y="33101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прозрачной оценки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сравнить по новизне, рискам, ценности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77640" y="4041648"/>
            <a:ext cx="4663440" cy="676656"/>
          </a:xfrm>
          <a:prstGeom prst="roundRect">
            <a:avLst>
              <a:gd name="adj" fmla="val 810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4224528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2108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7720" y="40965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Медленный старт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 направлений тянется неделями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от задачи до проверяемых гипотез за минуту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246120" cy="1115568"/>
          </a:xfrm>
          <a:prstGeom prst="roundRect">
            <a:avLst>
              <a:gd name="adj" fmla="val 573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61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сек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618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формулировки задачи до ранжированного списка гипотез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350008"/>
            <a:ext cx="3246120" cy="1115568"/>
          </a:xfrm>
          <a:prstGeom prst="roundRect">
            <a:avLst>
              <a:gd name="adj" fmla="val 573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597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1520" y="29169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 обоснованы источниками из вашей базы знаний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48456"/>
            <a:ext cx="3246120" cy="1115568"/>
          </a:xfrm>
          <a:prstGeom prst="roundRect">
            <a:avLst>
              <a:gd name="adj" fmla="val 5738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7581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критерия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4215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· реализуемость · эффект · риски — открытая формула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051560"/>
            <a:ext cx="4526280" cy="3657600"/>
          </a:xfrm>
          <a:prstGeom prst="roundRect">
            <a:avLst>
              <a:gd name="adj" fmla="val 2000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114800" y="24688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СКРИНШОТ: главный экран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чат-сессия с карточками гипотез (вкладка «Генерация»)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669280" cy="3749040"/>
          </a:xfrm>
          <a:prstGeom prst="roundRect">
            <a:avLst>
              <a:gd name="adj" fmla="val 1951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02920" y="2423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 ДЕМО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Вставка → Видео → Это устройство…  (файл экранной записи)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1051560"/>
            <a:ext cx="2286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по токену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отчётов в базу знаний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+ ограничения → генерация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[S1] — открывается источник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дорожной карты, экспорт DOCX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знаний и фидбэк эксперта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устроено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481328" cy="1691640"/>
          </a:xfrm>
          <a:prstGeom prst="roundRect">
            <a:avLst>
              <a:gd name="adj" fmla="val 432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80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6072" y="1645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DOCX · XLSX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статьи, отчёты,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6596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03704" y="1143000"/>
            <a:ext cx="1481328" cy="1691640"/>
          </a:xfrm>
          <a:prstGeom prst="roundRect">
            <a:avLst>
              <a:gd name="adj" fmla="val 432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95144" y="1280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Индексация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76856" y="1645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векторный поиск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(ChromaDB) + граф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знаний (Neo4j)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66744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04488" y="1143000"/>
            <a:ext cx="1481328" cy="1691640"/>
          </a:xfrm>
          <a:prstGeom prst="roundRect">
            <a:avLst>
              <a:gd name="adj" fmla="val 432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95928" y="1280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1645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контекст графа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доменные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67528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5272" y="1143000"/>
            <a:ext cx="1481328" cy="1691640"/>
          </a:xfrm>
          <a:prstGeom prst="roundRect">
            <a:avLst>
              <a:gd name="adj" fmla="val 432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96712" y="1280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78424" y="1645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строгая проверка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источников [S#],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опоры — отброс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68312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6056" y="1143000"/>
            <a:ext cx="1481328" cy="1691640"/>
          </a:xfrm>
          <a:prstGeom prst="roundRect">
            <a:avLst>
              <a:gd name="adj" fmla="val 432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97496" y="1280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79208" y="1645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ранжирование,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дорожные карты,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экспорт, сессии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2633472" cy="1417320"/>
          </a:xfrm>
          <a:prstGeom prst="roundRect">
            <a:avLst>
              <a:gd name="adj" fmla="val 4516"/>
            </a:avLst>
          </a:prstGeom>
          <a:solidFill>
            <a:srgbClr val="1F232B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3832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LLM-независимость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37033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OpenAI-совместимый провайдер задаётся в конфиге; автофолбэк на запасные модели при перегрузке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3246120"/>
            <a:ext cx="2633472" cy="1417320"/>
          </a:xfrm>
          <a:prstGeom prst="roundRect">
            <a:avLst>
              <a:gd name="adj" fmla="val 4516"/>
            </a:avLst>
          </a:prstGeom>
          <a:solidFill>
            <a:srgbClr val="1F232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3832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Интерпретируемость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7033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балл — открытая формула с настраиваемыми весами, а не «чёрный ящик»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246120"/>
            <a:ext cx="2633472" cy="1417320"/>
          </a:xfrm>
          <a:prstGeom prst="roundRect">
            <a:avLst>
              <a:gd name="adj" fmla="val 4516"/>
            </a:avLst>
          </a:prstGeom>
          <a:solidFill>
            <a:srgbClr val="1F232B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338328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73368" y="37033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векторная БД и эмбеддинги работают офлайн; данные не покидают контур организации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гипотеза доказуема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14984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12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60120" y="960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Цитаты [S#]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утверждение обоснования ссылается на фрагмент документа; клик открывает исходник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70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Строгий режим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без подтверждения источниками отбрасываются; офф-топик получает честный отказ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397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89864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Конкретика технолога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составы, режимы, дозировки: «замена насадок гидроциклонов 12→8 мм», «плотность пульпы 30→38%»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22776"/>
            <a:ext cx="310896" cy="310896"/>
          </a:xfrm>
          <a:prstGeom prst="ellipse">
            <a:avLst/>
          </a:prstGeom>
          <a:solidFill>
            <a:srgbClr val="1F232B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090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867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Настраиваемые веса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 двигает слайдеры критериев — ранжирование пересчитывается по открытой формуле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960120"/>
            <a:ext cx="4343400" cy="3749040"/>
          </a:xfrm>
          <a:prstGeom prst="roundRect">
            <a:avLst>
              <a:gd name="adj" fmla="val 1951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297680" y="24231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СКРИНШОТ: карточка гипотезы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 с [S1], источники с релевантностью, оценки-бары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знаний: база документов становится картой домена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480560" cy="3749040"/>
          </a:xfrm>
          <a:prstGeom prst="roundRect">
            <a:avLst>
              <a:gd name="adj" fmla="val 1951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02920" y="2423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СКРИНШОТ: вкладка «Граф знаний»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force-layout: сущности и связи, фильтры по типам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57800" y="960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Автоизвлечение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материалы, процессы, параметры, свойства, реагенты, оборудование — из каждого документа при загрузке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57800" y="192938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словари домена работают офлайн; LLM обогащает связи типизированными отношениями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57800" y="28986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генерации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окрестность запроса в графе подмешивается в промпт — аналогии и пробелы в знаниях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57800" y="386791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+ фолбэк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промышленное хранилище; при недоступности — встроенный граф, система не останавливается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пространство исследователя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02920" y="18745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СКРИНШОТ: сессии-треды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чат-лента «запрос → гипотезы → уточнение», панель сессий справа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81B21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18745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СКРИНШОТ: конструктор дорожных карт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редактируемые шаги, Гант-таймлайн, итоги по срокам и бюджету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Сессии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история исследования сохраняется: параметры, гипотезы, правки, вердикты. </a:t>
            </a:r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Дорожные карты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проверки с ресурсами и стоимостью редактируется прямо в карточке и попадает в DOCX-отчёт. </a:t>
            </a:r>
            <a:pPr indent="0" marL="0">
              <a:buNone/>
            </a:pPr>
            <a:r>
              <a:rPr lang="en-US" sz="125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Фидбэк — </a:t>
            </a:r>
            <a:pPr indent="0" marL="0">
              <a:buNone/>
            </a:pPr>
            <a:r>
              <a:rPr lang="en-US" sz="12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вердикты экспертов учитываются в следующих генерациях.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промышленному контуру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область = один YAML-файл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не знает предметной области. Домен описывается пакетом: онтология, словари терминов, промпт-подсказки, типовые шаги экспериментов.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Обогащение руд и хвосты  —  основной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 сплавов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Полимеры и композиты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Словари понимают анонимизацию отчётов: «элемент 28» = никель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конфиденциальных данных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локальное развёртывание — данные не покидают машину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токены доступа на всех API-эндпоинтах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сессий: каждый видит только свои исследования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— по подписанным ссылкам с TTL 5 минут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Роадмап: шифрование в покое, роли, аудит-лог, SSO института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0698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Vision-извлечение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цепей аппаратов (PNG) — в граф знаний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96012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64608" y="10698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Мультиязычные эмбеддинги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 / EN / ZH корпуса литературы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212140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задач в Jira / YouTrack по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181B21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212140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Learning-to-rank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 ранжирования на вердиктах экспертов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FastAPI · ChromaDB · Neo4j · LLM-agnostic (OpenAI-совместимый API)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Фабрика гипотез — архивы начинают работать на новые идеи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Фабрика гипотез</dc:title>
  <dc:subject>PptxGenJS Presentation</dc:subject>
  <dc:creator>PptxGenJS</dc:creator>
  <cp:lastModifiedBy>PptxGenJS</cp:lastModifiedBy>
  <cp:revision>1</cp:revision>
  <dcterms:created xsi:type="dcterms:W3CDTF">2026-07-04T19:27:35Z</dcterms:created>
  <dcterms:modified xsi:type="dcterms:W3CDTF">2026-07-04T19:27:35Z</dcterms:modified>
</cp:coreProperties>
</file>